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4704ac933c4b06" /><Relationship Type="http://schemas.openxmlformats.org/officeDocument/2006/relationships/extended-properties" Target="/docProps/app.xml" Id="R66460fcbfa804e7b" /><Relationship Type="http://schemas.openxmlformats.org/officeDocument/2006/relationships/officeDocument" Target="/ppt/presentation.xml" Id="R5f1a579b4bf341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e42d70e2764758"/>
  </p:sldMasterIdLst>
  <p:notesMasterIdLst>
    <p:notesMasterId xmlns:r="http://schemas.openxmlformats.org/officeDocument/2006/relationships" r:id="Rf4f7497a343c4e92"/>
  </p:notesMasterIdLst>
  <p:sldIdLst>
    <p:sldId xmlns:r="http://schemas.openxmlformats.org/officeDocument/2006/relationships" id="256" r:id="R63f0dd744c7a48d0"/>
    <p:sldId xmlns:r="http://schemas.openxmlformats.org/officeDocument/2006/relationships" id="257" r:id="Rddadacd08b2a47dd"/>
    <p:sldId xmlns:r="http://schemas.openxmlformats.org/officeDocument/2006/relationships" id="258" r:id="R8350e82408fc4dba"/>
    <p:sldId xmlns:r="http://schemas.openxmlformats.org/officeDocument/2006/relationships" id="259" r:id="Rc0c2e19a8e2a4577"/>
    <p:sldId xmlns:r="http://schemas.openxmlformats.org/officeDocument/2006/relationships" id="260" r:id="R75d12f0b3ae049f0"/>
    <p:sldId xmlns:r="http://schemas.openxmlformats.org/officeDocument/2006/relationships" id="261" r:id="R9197dbd762f249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beca41d1e14534" /><Relationship Type="http://schemas.openxmlformats.org/officeDocument/2006/relationships/slideMaster" Target="/ppt/slideMasters/slideMaster1.xml" Id="R96e42d70e2764758" /><Relationship Type="http://schemas.openxmlformats.org/officeDocument/2006/relationships/notesMaster" Target="/ppt/notesMasters/notesMaster1.xml" Id="Rf4f7497a343c4e92" /><Relationship Type="http://schemas.openxmlformats.org/officeDocument/2006/relationships/presProps" Target="/ppt/presProps.xml" Id="Ra0c33691d1474bbb" /><Relationship Type="http://schemas.openxmlformats.org/officeDocument/2006/relationships/tableStyles" Target="/ppt/tableStyles.xml" Id="R7fec25bd1d6c4502" /><Relationship Type="http://schemas.openxmlformats.org/officeDocument/2006/relationships/slide" Target="/ppt/slides/slide1.xml" Id="R63f0dd744c7a48d0" /><Relationship Type="http://schemas.openxmlformats.org/officeDocument/2006/relationships/slide" Target="/ppt/slides/slide2.xml" Id="Rddadacd08b2a47dd" /><Relationship Type="http://schemas.openxmlformats.org/officeDocument/2006/relationships/slide" Target="/ppt/slides/slide3.xml" Id="R8350e82408fc4dba" /><Relationship Type="http://schemas.openxmlformats.org/officeDocument/2006/relationships/slide" Target="/ppt/slides/slide4.xml" Id="Rc0c2e19a8e2a4577" /><Relationship Type="http://schemas.openxmlformats.org/officeDocument/2006/relationships/slide" Target="/ppt/slides/slide5.xml" Id="R75d12f0b3ae049f0" /><Relationship Type="http://schemas.openxmlformats.org/officeDocument/2006/relationships/slide" Target="/ppt/slides/slide6.xml" Id="R9197dbd762f249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b7408789d74f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dada2ebd3740ea" /><Relationship Type="http://schemas.openxmlformats.org/officeDocument/2006/relationships/notesMaster" Target="/ppt/notesMasters/notesMaster1.xml" Id="R455d335b76bf48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45bfc975d34f3e" /><Relationship Type="http://schemas.openxmlformats.org/officeDocument/2006/relationships/notesMaster" Target="/ppt/notesMasters/notesMaster1.xml" Id="Rde86bc2d23b94e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8a13b87d7944a6" /><Relationship Type="http://schemas.openxmlformats.org/officeDocument/2006/relationships/notesMaster" Target="/ppt/notesMasters/notesMaster1.xml" Id="R278e8b55f4c540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14f96fd5c24153" /><Relationship Type="http://schemas.openxmlformats.org/officeDocument/2006/relationships/notesMaster" Target="/ppt/notesMasters/notesMaster1.xml" Id="Rcc1b0ecfd1e244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4bf97539b643bb" /><Relationship Type="http://schemas.openxmlformats.org/officeDocument/2006/relationships/notesMaster" Target="/ppt/notesMasters/notesMaster1.xml" Id="Re171802fe1924a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52e30ac6384b09" /><Relationship Type="http://schemas.openxmlformats.org/officeDocument/2006/relationships/notesMaster" Target="/ppt/notesMasters/notesMaster1.xml" Id="R30b46aff1e02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a1b05fe8b48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5bdfea18114b5e" /><Relationship Type="http://schemas.openxmlformats.org/officeDocument/2006/relationships/slideLayout" Target="/ppt/slideLayouts/slideLayout1.xml" Id="Rd41f727c57b446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1f727c57b446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c1e350064461a" /><Relationship Type="http://schemas.openxmlformats.org/officeDocument/2006/relationships/notesSlide" Target="/ppt/notesSlides/notesSlide1.xml" Id="R1240be65ed8145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6757b5d8d464f" /><Relationship Type="http://schemas.openxmlformats.org/officeDocument/2006/relationships/notesSlide" Target="/ppt/notesSlides/notesSlide2.xml" Id="R213bcb0a76fc41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2a97361b04ee9" /><Relationship Type="http://schemas.openxmlformats.org/officeDocument/2006/relationships/notesSlide" Target="/ppt/notesSlides/notesSlide3.xml" Id="R178932d149ec4a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9f2df586840d6" /><Relationship Type="http://schemas.openxmlformats.org/officeDocument/2006/relationships/notesSlide" Target="/ppt/notesSlides/notesSlide4.xml" Id="Raea145206fa94e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701ee244e4d2e" /><Relationship Type="http://schemas.openxmlformats.org/officeDocument/2006/relationships/notesSlide" Target="/ppt/notesSlides/notesSlide5.xml" Id="R2d899c6fd63640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a7c28067c4e93" /><Relationship Type="http://schemas.openxmlformats.org/officeDocument/2006/relationships/notesSlide" Target="/ppt/notesSlides/notesSlide6.xml" Id="R796c5aa0d93048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55B588-FDC8-46A9-8EDF-00EC6F50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685800"/>
            <a:ext cx="2381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8E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D9047-2E02-430D-874B-2B7886B7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5334000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D9BF2-64D5-4736-A957-993612B6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2575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C9924-A6AD-420F-9D1B-B60B3FB6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24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298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9844"/>
                </a:solidFill>
                <a:latin typeface="Aptos"/>
                <a:ea typeface="Aptos"/>
                <a:cs typeface="Aptos"/>
              </a:rPr>
              <a:t>NAVER CONNECT AI Agent Challenge</a:t>
            </a:r>
          </a:p>
        </p:txBody>
      </p:sp>
      <p:sp>
        <p:nvSpPr>
          <p:cNvPr id="5" name="title-main">
            <a:extLst xmlns:a="http://schemas.openxmlformats.org/drawingml/2006/main">
              <a:ext uri="{FF2B5EF4-FFF2-40B4-BE49-F238E27FC236}">
                <a16:creationId xmlns:a16="http://schemas.microsoft.com/office/drawing/2014/main" id="{54C9D19A-EAF4-4D67-B99E-3EBD794D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429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계획에서 동작하는 지도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서비스로 전환했다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0B61E-F27C-4B09-9C88-3649E866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기획 이후 카카오맵 실데이터 검색, 업체 상세 라우팅, 반응형 UI까지 구현했다.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3C791-0366-459B-9D02-B9F447ED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3638550" cy="4229100"/>
          </a:xfrm>
          <a:prstGeom xmlns:a="http://schemas.openxmlformats.org/drawingml/2006/main" prst="roundRect">
            <a:avLst>
              <a:gd name="adj" fmla="val 628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DF4CB-A53C-4ADA-A109-5EF7639B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66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현재 구현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0E656-A73F-4D0A-84C6-A97FA922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62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React · Kakao Maps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F4986-9284-4D2D-905F-3204DDBD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14668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8F57B-9FE9-43AC-8BAE-A893E5EC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860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298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9844"/>
                </a:solidFill>
                <a:latin typeface="Aptos"/>
                <a:ea typeface="Aptos"/>
                <a:cs typeface="Aptos"/>
              </a:rPr>
              <a:t>실검색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FC846-C3F7-458A-954D-3B074A23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14287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FE623-77F2-46AE-8A66-36AA1E3B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860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298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9844"/>
                </a:solidFill>
                <a:latin typeface="Aptos"/>
                <a:ea typeface="Aptos"/>
                <a:cs typeface="Aptos"/>
              </a:rPr>
              <a:t>상세 라우팅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6D2A0-38BC-4AC1-80B9-75A56437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28950"/>
            <a:ext cx="28575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40898-C565-4BA3-B58B-002843C8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952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80129-7AD5-4CA5-A1D6-C74EDD35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발표 핵심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EE3A9-AB34-4112-9D81-D7357F24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계획한 지도 탐색 흐름이 실제 API와 화면으로 연결됐다.</a:t>
            </a:r>
          </a:p>
        </p:txBody>
      </p:sp>
    </p:spTree>
    <p:extLst>
      <p:ext uri="{BB962C8B-B14F-4D97-AF65-F5344CB8AC3E}">
        <p14:creationId xmlns:p14="http://schemas.microsoft.com/office/powerpoint/2010/main" val="274396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4FE56F-4E3F-4C8A-A94F-DCCE48DF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685800"/>
            <a:ext cx="2381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8E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C20B4-F0E2-413A-A1EA-1D292F0D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5334000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8BD3F0AF-F22F-4F08-95F9-79A70C14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298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984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lide-2-kicker">
            <a:extLst xmlns:a="http://schemas.openxmlformats.org/drawingml/2006/main">
              <a:ext uri="{FF2B5EF4-FFF2-40B4-BE49-F238E27FC236}">
                <a16:creationId xmlns:a16="http://schemas.microsoft.com/office/drawing/2014/main" id="{05F7B335-665B-41B7-A2BA-315907E5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진행 요약</a:t>
            </a:r>
          </a:p>
        </p:txBody>
      </p:sp>
      <p:sp>
        <p:nvSpPr>
          <p:cNvPr id="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FAF5B47D-0ABC-493E-9B1A-90312C08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초기 계획의 핵심 흐름을 실제 사용자 동선으로 연결했다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32A99-F9E0-42F1-AB79-C51FD612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86125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D1FB5-EC3C-4D9C-B3B0-CC73434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9525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A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2EA39-A81F-40DC-ACD0-31F99D65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2885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지도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C4EDF-AB5F-4B68-A84C-5D6824DB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26574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카카오맵 JavaScript SDK를 연결하고 화면 크기에 맞는 반응형 지도를 구현했다.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A95AB-7922-4D49-9A98-6B7B0A98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286125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F8FD6-F6E8-4BEA-9024-0D38E3EC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9525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F8CE7-EECD-414F-9F33-CAEC2B7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실데이터 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1FC8A-684C-4365-B140-438BB211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47950"/>
            <a:ext cx="26574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Express 프록시에서 카카오 Local API를 호출해 실제 식당·카페를 최대 15개까지 조회한다.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23D25-0E92-4CCC-AC5E-13C61BC9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86125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A8629-7022-4FD9-A538-2610C9BB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9525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3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D66DB-0279-44D7-8931-D370BBE4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상세 이동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0DFFE-6607-4BC2-A79B-611C30B8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26574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검색 결과 선택 시 /places/:id로 이동하고 새로고침에도 선택 업체를 복원한다.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8F49F-0977-4FCD-ACF9-5C474B2C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결론: 화면 목업 단계를 넘어 검색부터 상세까지 검증 가능한 프로토타입이 됐다.</a:t>
            </a:r>
          </a:p>
        </p:txBody>
      </p:sp>
    </p:spTree>
    <p:extLst>
      <p:ext uri="{BB962C8B-B14F-4D97-AF65-F5344CB8AC3E}">
        <p14:creationId xmlns:p14="http://schemas.microsoft.com/office/powerpoint/2010/main" val="1835779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D53E40-F77E-43AF-BE75-43D35AB1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685800"/>
            <a:ext cx="2381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8E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B9762-DE11-4F25-B156-542C49E9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5334000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56092034-675C-404A-B8F0-BD59878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298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984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lide-3-kicker">
            <a:extLst xmlns:a="http://schemas.openxmlformats.org/drawingml/2006/main">
              <a:ext uri="{FF2B5EF4-FFF2-40B4-BE49-F238E27FC236}">
                <a16:creationId xmlns:a16="http://schemas.microsoft.com/office/drawing/2014/main" id="{A2B6E219-DEBC-4D94-B101-46E2D09B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현재 사용자 흐름</a:t>
            </a:r>
          </a:p>
        </p:txBody>
      </p:sp>
      <p:sp>
        <p:nvSpPr>
          <p:cNvPr id="5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10ABB77-DF16-4908-8EC8-B37737B2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사용자는 검색부터 업체 상세까지 끊김 없이 이동한다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FADF5-AD83-4C23-A1DC-4DD55615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810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7C070-86D6-47D5-A99A-21FBC1C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7A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C584D-A775-4ABC-8C99-8908D751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9D776-48F8-4F84-A893-1D638DE9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19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장소명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32E8E-6EBC-4A54-8AA2-0E033C32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478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식당이나 카페 이름을 입력하면 카카오의 실제 장소 데이터를 요청한다.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B8A61-6F63-48AB-9E86-DF66B0E7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9810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365E9-B976-4F7E-A1F5-DC243DD9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0FE78-1C2E-47DD-9973-212B5508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932B3-7476-46EA-906A-45E391E0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결과와 마커 표시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82A5C-924B-498A-92ED-7CC97235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813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업종·주소·전화번호를 목록에 표시하고 검색 결과 위치에 마커를 만든다.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90A7B-87FE-4373-8CFC-C8028F6A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9810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299BF-ED6F-45B8-A4AF-BCF0C8AB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95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1A61F-68A0-42BF-A2CA-9373438D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C2847-6A19-45D6-A47A-7AF63D5E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업체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AE6C8-845B-4DB8-A678-83F9CFB9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147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목록과 지도 마커의 선택 상태를 연결해 사용자가 같은 업체를 확인하게 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0FC70-B247-493E-8AA4-33DF558D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9810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9EFDF-DDB8-41CA-8BFB-031E8B40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7A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7AEC4-E52B-4BD2-A69A-CF9502C8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E5402-F179-4A7E-80D6-C865AB4B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상세 페이지 이동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FFD5C-333E-491A-BED7-21C908E8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482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실제 업체 정보와 인증 리뷰 빈 상태를 별도 경로에서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709350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98ADDD-EADE-4B24-857B-1115947B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685800"/>
            <a:ext cx="2381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8E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28708-050B-4430-AFFA-5CC31FEC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5334000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7EE08FFE-A195-43A3-8589-3CA9D747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298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984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lide-4-kicker">
            <a:extLst xmlns:a="http://schemas.openxmlformats.org/drawingml/2006/main">
              <a:ext uri="{FF2B5EF4-FFF2-40B4-BE49-F238E27FC236}">
                <a16:creationId xmlns:a16="http://schemas.microsoft.com/office/drawing/2014/main" id="{C3733FB9-FEA8-4F55-AD6F-00A2DD6B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구현 범위와 기술 스택</a:t>
            </a:r>
          </a:p>
        </p:txBody>
      </p:sp>
      <p:sp>
        <p:nvSpPr>
          <p:cNvPr id="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D70B51B-4EAA-46E1-A03E-63F2CB38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이번 단계는 화면 목업을 넘어 실제 데이터 연동까지 확장됐다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CCC1C-EE9D-474C-852F-2E4752C9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38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D0F55-7BCF-46AB-A340-47DDF4BD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952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A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EE9B6-E708-423F-966D-5DD28D1E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카카오맵 SDK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E3A30-6770-483D-A4A4-4766EA49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전체 화면 반응형 지도와 실제 검색 좌표 기반 커스텀 마커를 구현했다.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2ACCB-6FA2-4275-973F-6261A9A0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238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6AF0B-40FA-4CF1-B279-159CA1EE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952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918E3-B35F-47CF-A828-65E3614E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상세 라우팅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279D2-B402-49FE-A8FC-9C96A0C8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History API로 /places/:id 경로와 세션 기반 업체 복원을 구현했다.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8C3D4-B623-4775-9E99-C8135DCD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238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6BBAE-0D2D-4A9F-BEB5-FDC9D7E7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19300"/>
            <a:ext cx="952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A6F09-8221-400D-BCBA-AB662FD3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38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장소 검색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BF113-1C7B-480E-8FEB-CF75BC0D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Express가 카카오 Local API를 프록시해 키와 CORS를 서버에서 처리한다.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9B798-FAE7-47A2-BD5B-F6F61348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86150"/>
            <a:ext cx="32385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F3860-5153-4850-A0AB-C1EC0160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952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3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C4112-AEA6-482B-B49B-2730ED1D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147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반응형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9AA71-7D02-489D-9028-42A0B335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338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데스크톱 사이드바와 모바일 상하 분할 지도를 같은 흐름으로 제공한다.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9FCB5-1367-47F5-94D5-E19918E0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628900" cy="31242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C6EAD-BC2C-4C7C-BDF1-A03FCA88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현재 기술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2A099-01BD-4FCE-8CC4-0F6E05CF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8669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AC1FC-4826-47C6-9B6B-B51D55B1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527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298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9844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5840EC-B525-403D-BD56-337FB514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18669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BB8D5-8FFE-42C7-8942-767A0FBA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765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Kakao Maps JS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325318-5391-43A3-8105-81B4AB98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18669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50EE23-97D2-447C-AFF2-2C775C0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004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298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9844"/>
                </a:solidFill>
                <a:latin typeface="Aptos"/>
                <a:ea typeface="Aptos"/>
                <a:cs typeface="Aptos"/>
              </a:rPr>
              <a:t>Kakao Local REST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564F6-475C-49A0-8715-4B582E51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18669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2C936-66BA-464E-83A7-94EA0EF0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242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Express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AFF837-D682-48E0-A846-A99EB10E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18669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1756BA-2DA1-40C4-A40C-12A31B0A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481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298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9844"/>
                </a:solidFill>
                <a:latin typeface="Aptos"/>
                <a:ea typeface="Aptos"/>
                <a:cs typeface="Aptos"/>
              </a:rPr>
              <a:t>History 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7A6ABC-EA15-4A94-874E-6AC0243B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18669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D6C19-F1F2-49DD-9B94-59B6E588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719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7A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Responsive CSS</a:t>
            </a:r>
          </a:p>
        </p:txBody>
      </p:sp>
    </p:spTree>
    <p:extLst>
      <p:ext uri="{BB962C8B-B14F-4D97-AF65-F5344CB8AC3E}">
        <p14:creationId xmlns:p14="http://schemas.microsoft.com/office/powerpoint/2010/main" val="948545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43680C-03C7-434B-82BA-CF883C9C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685800"/>
            <a:ext cx="2381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8E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CD693-E82E-4493-ABB5-A0D93AE1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5334000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E1A7FB6E-785B-419D-A058-71E43567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298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984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slide-5-kicker">
            <a:extLst xmlns:a="http://schemas.openxmlformats.org/drawingml/2006/main">
              <a:ext uri="{FF2B5EF4-FFF2-40B4-BE49-F238E27FC236}">
                <a16:creationId xmlns:a16="http://schemas.microsoft.com/office/drawing/2014/main" id="{5B640427-E274-4C85-AB16-946B3F46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검증한 사용자 시나리오</a:t>
            </a:r>
          </a:p>
        </p:txBody>
      </p:sp>
      <p:sp>
        <p:nvSpPr>
          <p:cNvPr id="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2FE0380-090D-4F5C-9B65-EA450E8F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실제 장소 검색과 상세 이동을 하나의 흐름으로 검증했다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56AE0-8490-4564-948D-EEE509AF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2410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63EBE-6EAD-4584-B194-26D504B1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514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7FA32-FACC-4836-BA99-C2D75F5D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AE662-43EE-476F-9C54-01642DA1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검색어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75504-3C26-4DF0-A77B-43AFE696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식당·카페 이름을 입력해 검색한다.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44CD9-D4FD-47EC-83E3-D498D8DE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E9FDB-7297-4901-BE24-B9CA2D7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232410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90B5A-2170-4488-9BC5-E99AD77F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514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07A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D2DB1-B484-4E96-AC76-C309D8BE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6F033-E6ED-446A-BF33-DB236435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API 응답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37332-DBC3-4707-864A-D69400A7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실제 업체명·업종·주소·좌표를 받는다.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D6FEE-99D4-4AEB-AE52-5FB15551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48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76469-2B80-4C25-AD54-2C644F3F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232410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FB1B0-68EF-4086-ADF9-E67E521A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14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512E4-4F18-4AE3-816D-EB5580F6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A2796-6001-4691-9F5D-962731C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지도 동기화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0AC69-5BB9-45DC-89A1-E8310243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576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목록과 지도 마커를 업체 ID로 연결한다.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5086F-41A6-4702-B5A4-355EF6A5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506FD-0916-4D27-BFB0-7A0208CC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32410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3002D-9E5A-4006-8A59-2E548559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57450"/>
            <a:ext cx="5143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07A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9A815-3799-466F-BD62-24A87CFE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9B15E-8B71-4D70-A1B6-85E29AA9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상세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7F5A4E-73BB-48B1-80AF-391CEDE2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576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선택한 업체 정보를 상세 경로에서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68554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A6102C-FCA8-4B11-A17E-5B2EE3BC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685800"/>
            <a:ext cx="2381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8E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19C17-BC51-4A7E-8699-3309928F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5334000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B1FD2325-BC80-47DC-B319-4EDE759E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298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984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slide-6-kicker">
            <a:extLst xmlns:a="http://schemas.openxmlformats.org/drawingml/2006/main">
              <a:ext uri="{FF2B5EF4-FFF2-40B4-BE49-F238E27FC236}">
                <a16:creationId xmlns:a16="http://schemas.microsoft.com/office/drawing/2014/main" id="{BFB67790-5636-471F-9A62-8D0CF8E9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현재 구조와 다음 단계</a:t>
            </a:r>
          </a:p>
        </p:txBody>
      </p:sp>
      <p:sp>
        <p:nvSpPr>
          <p:cNvPr id="5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31A149E-0486-4F53-8888-54EAB37D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다음 단계는 인증 리뷰 도메인을 실제 데이터로 연결하는 것이다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B870C-2334-444C-9173-29C80F61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955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235DA-5AC2-4F87-A514-FE75008E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7A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BBE7B-6971-4D0A-8210-4E29D184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사용자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711B4-A4E1-4D1F-BB01-A3FB4A3D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검색 · 업체 선택 · 상세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E202B-6B80-419F-A7CE-345DE5DF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20955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6A2AB-67D9-4639-AC78-C67EFA42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3C75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367D0-CBE3-4D45-9BD4-4B668629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React 클라이언트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7E739-C6C8-4883-B0B3-47C6C449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24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지도 · 목록 · 상세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2AFCD-59C3-4456-BA85-472AC91E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47900"/>
            <a:ext cx="20955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A0C15-F74A-4827-A6E2-B8741F7A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95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3B5FA-64BC-46DF-8363-38811302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289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D41F7-6269-4F1D-83EB-5AE1C79B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24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장소 검색 프록시 · 정규화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96CB9-704C-44AD-BE87-D00F8A89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20955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46D93-A290-43B9-964F-C8D1004A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B3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3E9BA-67E0-4AFC-87DD-B19B1204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다음 백엔드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F4A03-2A01-4F25-8322-14ED25E2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Supabase · OCR · 리뷰 집계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453C8-4412-4F3C-B954-1997D393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F539C-005D-41C2-BD4D-81ED938D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1C2EF-7A4E-4C8E-9BF2-68DA932D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003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3BC3C-A7DA-44C5-9286-6198942E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33900"/>
            <a:ext cx="74295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BEF48-7875-4214-858D-A7D41E8B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4"/>
                </a:solidFill>
                <a:latin typeface="Aptos"/>
                <a:ea typeface="Aptos"/>
                <a:cs typeface="Aptos"/>
              </a:rPr>
              <a:t>핵심 다음 액션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B99CEC-50C1-413E-85E6-6CD1352F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8155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영수증 업로드 → OCR 검증 → 리뷰 저장 → 90일 가중 별점 집계까지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423856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2026-07-16T09:17:02.6210000Z</dcterms:created>
  <dcterms:modified xsi:type="dcterms:W3CDTF">2026-07-16T09:17:02.6210000Z</dcterms:modified>
</coreProperties>
</file>